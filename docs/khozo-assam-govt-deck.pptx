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995160" y="0"/>
            <a:ext cx="5196535" cy="6858000"/>
          </a:xfrm>
          <a:prstGeom prst="rect">
            <a:avLst/>
          </a:prstGeom>
          <a:solidFill>
            <a:srgbClr val="1C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635240" y="822960"/>
            <a:ext cx="2423160" cy="242316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41080" y="2057400"/>
            <a:ext cx="2286000" cy="228600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0" y="3749039"/>
            <a:ext cx="2011680" cy="2011680"/>
          </a:xfrm>
          <a:prstGeom prst="ellipse">
            <a:avLst/>
          </a:prstGeom>
          <a:solidFill>
            <a:srgbClr val="356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320040"/>
            <a:ext cx="402336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384048"/>
            <a:ext cx="219456" cy="1554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600" b="1">
                <a:solidFill>
                  <a:srgbClr val="4E8019"/>
                </a:solidFill>
                <a:latin typeface="Aptos"/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93192"/>
            <a:ext cx="100584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KHOZO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539496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EAF4DD"/>
                </a:solidFill>
                <a:latin typeface="Aptos"/>
              </a:rPr>
              <a:t>Government Proposal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603504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"/>
              </a:rPr>
              <a:t>Project Khozo for Government of Assam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82112"/>
            <a:ext cx="571500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50" b="0">
                <a:solidFill>
                  <a:srgbClr val="EBF5E6"/>
                </a:solidFill>
                <a:latin typeface="Aptos"/>
              </a:rPr>
              <a:t>A web and mobile platform to help Assam Police, WCD/SCPS, NGOs and citizens find missing children, women and persons using photo reporting and face recognition.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 (1).pdf, slide 1; Source: khozo_proposal_v1.0.docx,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44752"/>
            <a:ext cx="539496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1C2530"/>
                </a:solidFill>
                <a:latin typeface="Aptos"/>
              </a:rPr>
              <a:t>Children are the nation's assets. Khozo proposes a one-click public reporting and agency response platform to help missing children return home faster.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81635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743200"/>
            <a:ext cx="510235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Citizens, NGOs and police upload photos through the Khozo portal or mobile app.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55264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182112"/>
            <a:ext cx="510235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A centralized secure repository stores missing-person photographs and related records.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94176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621024"/>
            <a:ext cx="510235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The matching service compares uploaded images and notifies nearby police stations.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133087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4059935"/>
            <a:ext cx="510235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Parents receive SMS or Khozo app pop-up alerts after authorized match confirmation.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481328"/>
            <a:ext cx="43434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1481328"/>
            <a:ext cx="73152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16276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C2530"/>
                </a:solidFill>
                <a:latin typeface="Aptos"/>
              </a:rPr>
              <a:t>Proposal for Assam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84248"/>
            <a:ext cx="3931920" cy="1737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566373"/>
                </a:solidFill>
                <a:latin typeface="Aptos"/>
              </a:rPr>
              <a:t>Adapt the original Government/Police proposal for Assam Government, Assam Police, WCD/SCPS, district child-protection teams, NGOs and citizens.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4069080"/>
            <a:ext cx="4343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4069080"/>
            <a:ext cx="73152" cy="114300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4215384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1C2530"/>
                </a:solidFill>
                <a:latin typeface="Aptos"/>
              </a:rPr>
              <a:t>Core promise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572000"/>
            <a:ext cx="39319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566373"/>
                </a:solidFill>
                <a:latin typeface="Aptos"/>
              </a:rPr>
              <a:t>"Your 1 click - A missing child can return home."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khozo_proposal_v1.0.docx, Overview; Source: Khozo (1).pdf,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NEED AND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48920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73152" cy="1298448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563624"/>
            <a:ext cx="44805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Help parents and police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20240"/>
            <a:ext cx="4480559" cy="7040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566373"/>
                </a:solidFill>
                <a:latin typeface="Aptos"/>
              </a:rPr>
              <a:t>Find missing children while reducing manual human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17320"/>
            <a:ext cx="48920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53912" y="1417320"/>
            <a:ext cx="73152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563624"/>
            <a:ext cx="44805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Create an online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20240"/>
            <a:ext cx="4480559" cy="7040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566373"/>
                </a:solidFill>
                <a:latin typeface="Aptos"/>
              </a:rPr>
              <a:t>Use face detection, face recognition and supporting information to find missing children.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246120"/>
            <a:ext cx="48920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3246120"/>
            <a:ext cx="73152" cy="12984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392424"/>
            <a:ext cx="44805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Develop mobile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749039"/>
            <a:ext cx="4480559" cy="7040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566373"/>
                </a:solidFill>
                <a:latin typeface="Aptos"/>
              </a:rPr>
              <a:t>Provide a mobile application for field reporting by the public and agencies.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246120"/>
            <a:ext cx="48920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53912" y="3246120"/>
            <a:ext cx="73152" cy="1298448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392424"/>
            <a:ext cx="44805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Enable public participation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749039"/>
            <a:ext cx="4480559" cy="7040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566373"/>
                </a:solidFill>
                <a:latin typeface="Aptos"/>
              </a:rPr>
              <a:t>Allow citizens to click pictures of suspicious/missing children and upload them to Khozo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532120"/>
            <a:ext cx="1014984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>
                <a:solidFill>
                  <a:srgbClr val="1C2530"/>
                </a:solidFill>
                <a:latin typeface="Aptos"/>
              </a:rPr>
              <a:t>For Assam, these objectives translate into faster reporting, faster verification and a measurable government response loop.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 (1).pdf,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WHAT KHOZO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Project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521208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1C2530"/>
                </a:solidFill>
                <a:latin typeface="Aptos"/>
              </a:rPr>
              <a:t>The project scope is to build a web and mobile app that helps the Police department, NGOs and parents find missing children, women or persons using face recognition.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6032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487168"/>
            <a:ext cx="510235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Web portal for government, police, NGOs and public users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9923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926080"/>
            <a:ext cx="510235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Android app on Play Store and iOS app on App Store as free downloads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38144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364992"/>
            <a:ext cx="510235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Secure centralized cloud database for photographs and missing-person records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77056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3803904"/>
            <a:ext cx="510235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Fast and accurate photo or video search against missing-person face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417320"/>
            <a:ext cx="4434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75120" y="1417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1563624"/>
            <a:ext cx="40233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Assam adaptation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20240"/>
            <a:ext cx="4023359" cy="6857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Replace the proposal's Goa Government / Goa Police rollout language with Government of Assam / Assam Police ownership.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971800"/>
            <a:ext cx="44348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75120" y="2971800"/>
            <a:ext cx="73152" cy="128016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3118104"/>
            <a:ext cx="40233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Primary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474720"/>
            <a:ext cx="4023359" cy="6857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>
                <a:solidFill>
                  <a:srgbClr val="566373"/>
                </a:solidFill>
                <a:latin typeface="Aptos"/>
              </a:rPr>
              <a:t>Police, parents, citizens, NGOs and government administrators work through role-based access layers.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khozo_proposal_v1.0.docx, Project Scope and Implementation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HOW THE RESPONSE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2148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86384" y="1655063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" y="1705356"/>
            <a:ext cx="164592" cy="118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1" y="1645919"/>
            <a:ext cx="149047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30" b="1">
                <a:solidFill>
                  <a:srgbClr val="1C2530"/>
                </a:solidFill>
                <a:latin typeface="Aptos"/>
              </a:rPr>
              <a:t>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57400"/>
            <a:ext cx="1856232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19" b="0">
                <a:solidFill>
                  <a:srgbClr val="566373"/>
                </a:solidFill>
                <a:latin typeface="Aptos"/>
              </a:rPr>
              <a:t>Police register FIR; parents can also register missing-child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2011680"/>
            <a:ext cx="201168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600" b="1">
                <a:solidFill>
                  <a:srgbClr val="67A426"/>
                </a:solidFill>
                <a:latin typeface="Apto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9815" y="1508760"/>
            <a:ext cx="2148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246120" y="1655063"/>
            <a:ext cx="310896" cy="310896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4699" y="1705356"/>
            <a:ext cx="164592" cy="118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1645919"/>
            <a:ext cx="149047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30" b="1">
                <a:solidFill>
                  <a:srgbClr val="1C2530"/>
                </a:solidFill>
                <a:latin typeface="Aptos"/>
              </a:rPr>
              <a:t>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057400"/>
            <a:ext cx="1856232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19" b="0">
                <a:solidFill>
                  <a:srgbClr val="566373"/>
                </a:solidFill>
                <a:latin typeface="Aptos"/>
              </a:rPr>
              <a:t>Public uploads a child picture using the Khozo mobile app or website.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011680"/>
            <a:ext cx="201168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600" b="1">
                <a:solidFill>
                  <a:srgbClr val="67A426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9552" y="1508760"/>
            <a:ext cx="2148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05856" y="1655063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74436" y="1705356"/>
            <a:ext cx="164592" cy="118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1645919"/>
            <a:ext cx="149047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30" b="1">
                <a:solidFill>
                  <a:srgbClr val="1C2530"/>
                </a:solidFill>
                <a:latin typeface="Aptos"/>
              </a:rPr>
              <a:t>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4144" y="2057400"/>
            <a:ext cx="1856232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19" b="0">
                <a:solidFill>
                  <a:srgbClr val="566373"/>
                </a:solidFill>
                <a:latin typeface="Aptos"/>
              </a:rPr>
              <a:t>Khozo service loads the picture to server and searches the missing-person repository.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2011680"/>
            <a:ext cx="201168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600" b="1">
                <a:solidFill>
                  <a:srgbClr val="67A426"/>
                </a:solidFill>
                <a:latin typeface="Aptos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9288" y="1508760"/>
            <a:ext cx="214884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65592" y="1655063"/>
            <a:ext cx="310896" cy="310896"/>
          </a:xfrm>
          <a:prstGeom prst="ellipse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34171" y="1705356"/>
            <a:ext cx="164592" cy="118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645919"/>
            <a:ext cx="1490472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30" b="1">
                <a:solidFill>
                  <a:srgbClr val="1C2530"/>
                </a:solidFill>
                <a:latin typeface="Aptos"/>
              </a:rPr>
              <a:t>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057400"/>
            <a:ext cx="1856232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19" b="0">
                <a:solidFill>
                  <a:srgbClr val="566373"/>
                </a:solidFill>
                <a:latin typeface="Aptos"/>
              </a:rPr>
              <a:t>SMS or Khozo app pop-up alert is sent to parents and nearby police station.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77639"/>
            <a:ext cx="32918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3977639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123944"/>
            <a:ext cx="28803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Photo/video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480559"/>
            <a:ext cx="28803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The algorithm identifies a missing child, woman or person in photos or video using a private repository.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977639"/>
            <a:ext cx="32918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80560" y="3977639"/>
            <a:ext cx="73152" cy="123444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09160" y="4123944"/>
            <a:ext cx="28803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Central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480559"/>
            <a:ext cx="28803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Police photographs and missing-person records are stored securely for matching and review.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977639"/>
            <a:ext cx="32918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92440" y="3977639"/>
            <a:ext cx="73152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4123944"/>
            <a:ext cx="28803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Agency notification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480559"/>
            <a:ext cx="28803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Matched leads are routed to nearby police stations for action and parent notification.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 (1).pdf, slide 3; Source: khozo_proposal_v1.0.docx,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USERS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Service Accessibility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44752"/>
            <a:ext cx="10515600" cy="658368"/>
          </a:xfrm>
          <a:prstGeom prst="round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63624"/>
            <a:ext cx="15087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63624"/>
            <a:ext cx="8458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Assam Government / Police Commissioner: all rights, overall view, drill-down, coordination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395728"/>
            <a:ext cx="978408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514600"/>
            <a:ext cx="15087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14600"/>
            <a:ext cx="7726679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Assistant Commissioner / district command: view usage under police stations in jurisdiction, drill down to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3346704"/>
            <a:ext cx="8915400" cy="65836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55648" y="3465576"/>
            <a:ext cx="15087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3465576"/>
            <a:ext cx="68580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Police station: register missing complaints/FIRs, view registered complaints, send SMS to parents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297680"/>
            <a:ext cx="8046720" cy="658368"/>
          </a:xfrm>
          <a:prstGeom prst="round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94560" y="4416552"/>
            <a:ext cx="150876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Public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416552"/>
            <a:ext cx="59893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FFFFFF"/>
                </a:solidFill>
                <a:latin typeface="Aptos"/>
              </a:rPr>
              <a:t>Citizens, parents and NGOs: click and upload child picture using Khozo mobile app or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2412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50" b="1">
                <a:solidFill>
                  <a:srgbClr val="1C2530"/>
                </a:solidFill>
                <a:latin typeface="Aptos"/>
              </a:rPr>
              <a:t>The hierarchy mirrors the original Khozo service accessibility model while assigning Assam-specific ownership.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 (1).pdf, slide 5; Source: khozo_proposal_v1.0.docx, Access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Outcome for Law Enforcement Agencies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89888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389888"/>
            <a:ext cx="73152" cy="141732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1536192"/>
            <a:ext cx="283463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Super Admin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892808"/>
            <a:ext cx="2834639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Overall Khozo usage view, drill-down to Admin/User levels, email or WhatsApp coordination with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89888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389888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36192"/>
            <a:ext cx="283463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Admin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92808"/>
            <a:ext cx="2834639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Jurisdiction view across police stations and ability to drill down to user level.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1389888"/>
            <a:ext cx="32461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36992" y="1389888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1536192"/>
            <a:ext cx="283463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Police station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892808"/>
            <a:ext cx="2834639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Register missing-child or missing-person complaints and view Khozo usage under station jurisdiction.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474720"/>
            <a:ext cx="23774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16151" y="3593591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566373"/>
                </a:solidFill>
                <a:latin typeface="Aptos"/>
              </a:rPr>
              <a:t>PRIMARY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1" y="3840480"/>
            <a:ext cx="21031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67A426"/>
                </a:solidFill>
                <a:latin typeface="Aptos"/>
              </a:rPr>
              <a:t>FIR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1" y="4224528"/>
            <a:ext cx="21031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registration and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3474720"/>
            <a:ext cx="23774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9352" y="3593591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566373"/>
                </a:solidFill>
                <a:latin typeface="Aptos"/>
              </a:rPr>
              <a:t>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9352" y="3840480"/>
            <a:ext cx="21031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ptos"/>
              </a:rPr>
              <a:t>SMS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4224528"/>
            <a:ext cx="21031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to parents after match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474720"/>
            <a:ext cx="23774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02552" y="3593591"/>
            <a:ext cx="21031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566373"/>
                </a:solidFill>
                <a:latin typeface="Aptos"/>
              </a:rPr>
              <a:t>COORDINATION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840480"/>
            <a:ext cx="21031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ptos"/>
              </a:rPr>
              <a:t>Email/WA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4224528"/>
            <a:ext cx="210312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from 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3474720"/>
            <a:ext cx="20116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45752" y="3593591"/>
            <a:ext cx="17373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>
                <a:solidFill>
                  <a:srgbClr val="566373"/>
                </a:solidFill>
                <a:latin typeface="Aptos"/>
              </a:rPr>
              <a:t>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5752" y="3840480"/>
            <a:ext cx="173736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4E8019"/>
                </a:solidFill>
                <a:latin typeface="Aptos"/>
              </a:rPr>
              <a:t>Drill-down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4224528"/>
            <a:ext cx="173736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state to station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230368"/>
            <a:ext cx="1042416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50" b="1">
                <a:solidFill>
                  <a:srgbClr val="1C2530"/>
                </a:solidFill>
                <a:latin typeface="Aptos"/>
              </a:rPr>
              <a:t>For Assam Police, the same dashboard model can support state, district and police-station command accountability.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khozo_proposal_v1.0.docx, Outcome of usage of Khozo app for Law enforcement agencies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ROLES AND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371600"/>
            <a:ext cx="32918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371600"/>
            <a:ext cx="73152" cy="160020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1517904"/>
            <a:ext cx="28803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Aegis / Khozo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874519"/>
            <a:ext cx="28803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Host the Khozo portal and release Android/iOS apps as free downloads. Update the app as data security rules evolve.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2918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517904"/>
            <a:ext cx="28803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Government of Assam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74519"/>
            <a:ext cx="28803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Provide formal ownership, designate nodal departments, approve rollout and align welfare/police channels.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371600"/>
            <a:ext cx="32918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371600"/>
            <a:ext cx="73152" cy="160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517904"/>
            <a:ext cx="28803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Assam Police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874519"/>
            <a:ext cx="2880360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Provide missing-person photographs/data, register FIRs, verify matches and coordinate local response.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3657600"/>
            <a:ext cx="35661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74519" y="3657600"/>
            <a:ext cx="73152" cy="1325880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03120" y="3803904"/>
            <a:ext cx="315467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NGOs and citizens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60520"/>
            <a:ext cx="3154679" cy="7315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Use the portal/app to upload sightings and help society participate in finding missing children.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57600"/>
            <a:ext cx="35661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3657600"/>
            <a:ext cx="73152" cy="132588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803904"/>
            <a:ext cx="315467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Awareness 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60520"/>
            <a:ext cx="3154679" cy="7315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Publicize through welfare schemes, law enforcement, media, TV, radio, internet and public campaigns.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khozo_proposal_v1.0.docx, Implementation Plan and Stakeholders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PUBLIC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Beneficiaries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417320"/>
            <a:ext cx="507492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1C2530"/>
                </a:solidFill>
                <a:latin typeface="Aptos"/>
              </a:rPr>
              <a:t>If a child or person is missing, it affects the child and the parent deeply. Khozo gives families hope by creating a faster path from sighting to official action.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5176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578608"/>
            <a:ext cx="501091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Parents can register missing-child details and receive credentials for updates.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9067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017520"/>
            <a:ext cx="501091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Citizens get a simple way to report sightings instead of only informing police in person.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29584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3456432"/>
            <a:ext cx="501091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NGOs can support society by using the same portal and mobile app.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968496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895344"/>
            <a:ext cx="501091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80" b="0">
                <a:solidFill>
                  <a:srgbClr val="1C2530"/>
                </a:solidFill>
                <a:latin typeface="Aptos"/>
              </a:rPr>
              <a:t>Police receive structured records, photographs and match leads in one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572768"/>
            <a:ext cx="44348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1572768"/>
            <a:ext cx="73152" cy="123444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1719072"/>
            <a:ext cx="40233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Family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75688"/>
            <a:ext cx="4023359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566373"/>
                </a:solidFill>
                <a:latin typeface="Aptos"/>
              </a:rPr>
              <a:t>A missing-child platform is not only a technology system; it is a hope and trust system for families.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154680"/>
            <a:ext cx="443484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9400" y="31546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3300984"/>
            <a:ext cx="40233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530"/>
                </a:solidFill>
                <a:latin typeface="Aptos"/>
              </a:rPr>
              <a:t>Government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57600"/>
            <a:ext cx="4023359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0">
                <a:solidFill>
                  <a:srgbClr val="566373"/>
                </a:solidFill>
                <a:latin typeface="Aptos"/>
              </a:rPr>
              <a:t>A statewide rollout can strengthen citizen participation, police response and welfare coordination.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khozo_proposal_v1.0.docx, Beneficiaries; Source: Khozo (1).pdf, slide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ROLLOUT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Proposed Assam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435607"/>
            <a:ext cx="7315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67A426"/>
                </a:solidFill>
                <a:latin typeface="Aptos"/>
              </a:rPr>
              <a:t>Phase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1325880"/>
            <a:ext cx="8915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83080" y="1325880"/>
            <a:ext cx="73152" cy="713232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1472184"/>
            <a:ext cx="8503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Approval and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28800"/>
            <a:ext cx="8503920" cy="118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Nominate state nodal owners, confirm pilot districts, define FIR/data-sharing and escalation SOPs.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14600"/>
            <a:ext cx="7315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67A426"/>
                </a:solidFill>
                <a:latin typeface="Aptos"/>
              </a:rPr>
              <a:t>Phase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2404872"/>
            <a:ext cx="8915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83080" y="2404872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2551176"/>
            <a:ext cx="8503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Portal and app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907791"/>
            <a:ext cx="8503920" cy="118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Configure Assam roles, onboard police stations and NGOs, run citizen sighting and parent registration flows.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593591"/>
            <a:ext cx="7315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67A426"/>
                </a:solidFill>
                <a:latin typeface="Aptos"/>
              </a:rPr>
              <a:t>Phase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3483863"/>
            <a:ext cx="8915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83080" y="3483863"/>
            <a:ext cx="73152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3630168"/>
            <a:ext cx="8503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Awareness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986783"/>
            <a:ext cx="8503920" cy="118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Use welfare channels, police outreach, media, radio, internet and public endorsements to drive adoption.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672584"/>
            <a:ext cx="7315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>
                <a:solidFill>
                  <a:srgbClr val="67A426"/>
                </a:solidFill>
                <a:latin typeface="Aptos"/>
              </a:rPr>
              <a:t>Phase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83080" y="4562856"/>
            <a:ext cx="891540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83080" y="4562856"/>
            <a:ext cx="73152" cy="713232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11680" y="4709160"/>
            <a:ext cx="85039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Review and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065776"/>
            <a:ext cx="8503920" cy="1188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Measure cases registered, sightings uploaded, match review time, parent alerts and district adoption.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khozo_proposal_v1.0.docx, Implementation Plan; adapted for Assam Government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Proposal Ask from Government of Assam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166360" cy="6766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>
                <a:solidFill>
                  <a:srgbClr val="1C2530"/>
                </a:solidFill>
                <a:latin typeface="Aptos"/>
              </a:rPr>
              <a:t>Approve Khozo as a pilot public-good platform for missing children, women and persons across selected Assam districts.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32461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606040"/>
            <a:ext cx="73152" cy="1170432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752344"/>
            <a:ext cx="283463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1. Approve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834639" cy="5760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Authorize a time-bound pilot with Assam Police and WCD/SCPS participation.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606040"/>
            <a:ext cx="32461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606040"/>
            <a:ext cx="73152" cy="1170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752344"/>
            <a:ext cx="283463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2. Provide data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08960"/>
            <a:ext cx="2834639" cy="5760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Enable police-approved missing-person photographs and FIR/workflow alignment.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06040"/>
            <a:ext cx="324612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606040"/>
            <a:ext cx="73152" cy="1170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752344"/>
            <a:ext cx="283463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3. Enable public adoption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2834639" cy="5760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Promote the free app through welfare, police, media and NGO channels.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149840" cy="40233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4E8019"/>
                </a:solidFill>
                <a:latin typeface="Aptos"/>
              </a:rPr>
              <a:t>Government support can turn Khozo from a technology platform into a statewide missing-person response network.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Source: khozo_proposal_v1.0.docx, Implementation Plan and Project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DATA SOVEREIGNTY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Sovereign AI Facial Recognition With Aarakshak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35024"/>
            <a:ext cx="571500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1C2530"/>
                </a:solidFill>
                <a:latin typeface="Aptos"/>
              </a:rPr>
              <a:t>Khozo will use Sovereign AI Aarakshak for production facial recognition, so sensitive biometric and child-protection data remains under India-aligned infrastructure and governance.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6064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503530"/>
            <a:ext cx="583387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90" b="0" dirty="0" err="1">
                <a:solidFill>
                  <a:srgbClr val="1C2530"/>
                </a:solidFill>
                <a:latin typeface="Aptos"/>
              </a:rPr>
              <a:t>Aarakshak</a:t>
            </a:r>
            <a:r>
              <a:rPr sz="1190" b="0" dirty="0">
                <a:solidFill>
                  <a:srgbClr val="1C2530"/>
                </a:solidFill>
                <a:latin typeface="Aptos"/>
              </a:rPr>
              <a:t> positions itself as sovereign verified presence for India's institutions.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16936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843784"/>
            <a:ext cx="583387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90" b="0" dirty="0">
                <a:solidFill>
                  <a:srgbClr val="1C2530"/>
                </a:solidFill>
                <a:latin typeface="Aptos"/>
              </a:rPr>
              <a:t>Production recognition can be connected behind </a:t>
            </a:r>
            <a:r>
              <a:rPr sz="1190" b="0" dirty="0" err="1">
                <a:solidFill>
                  <a:srgbClr val="1C2530"/>
                </a:solidFill>
                <a:latin typeface="Aptos"/>
              </a:rPr>
              <a:t>Khozo's</a:t>
            </a:r>
            <a:r>
              <a:rPr sz="1190" b="0" dirty="0">
                <a:solidFill>
                  <a:srgbClr val="1C2530"/>
                </a:solidFill>
                <a:latin typeface="Aptos"/>
              </a:rPr>
              <a:t> existing match-provider boundary.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01568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328416"/>
            <a:ext cx="583387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90" b="0">
                <a:solidFill>
                  <a:srgbClr val="1C2530"/>
                </a:solidFill>
                <a:latin typeface="Aptos"/>
              </a:rPr>
              <a:t>Indian child-protection and identity data should remain in India and not be shared with foreign companies.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8620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3813048"/>
            <a:ext cx="583387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90" b="0">
                <a:solidFill>
                  <a:srgbClr val="1C2530"/>
                </a:solidFill>
                <a:latin typeface="Aptos"/>
              </a:rPr>
              <a:t>Human review gates, signed evidence packets and audit-ready decisions fit government workflows.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37083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4297680"/>
            <a:ext cx="583387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90" b="0">
                <a:solidFill>
                  <a:srgbClr val="1C2530"/>
                </a:solidFill>
                <a:latin typeface="Aptos"/>
              </a:rPr>
              <a:t>The current Khozo demo scorer is non-biometric; Aarakshak is the proposed production recognition provider.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481328"/>
            <a:ext cx="388620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40880" y="1481328"/>
            <a:ext cx="73152" cy="1207008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1627632"/>
            <a:ext cx="3474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Government assurance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1984248"/>
            <a:ext cx="3474720" cy="612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Sovereign deployment keeps control with Indian institutions while allowing Assam Police and WCD/SCPS to use face recognition responsibly.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944368"/>
            <a:ext cx="3886200" cy="12070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40880" y="2944368"/>
            <a:ext cx="73152" cy="1207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9480" y="3090672"/>
            <a:ext cx="3474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Integration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447288"/>
            <a:ext cx="3474720" cy="6126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Khozo already isolates matching in server/src/match.js, so Aarakshak can replace the demo-local scorer without changing public intake or dashboards.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407408"/>
            <a:ext cx="3886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40880" y="4407408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9480" y="4553712"/>
            <a:ext cx="34747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Message for Assam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910328"/>
            <a:ext cx="3474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India data remains in India. No sharing of facial-recognition data with foreign companies.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Sources: aarakshak.com; server/src/match.js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PRODUCT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Built Portal Feature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566928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>
                <a:solidFill>
                  <a:srgbClr val="1C2530"/>
                </a:solidFill>
                <a:latin typeface="Aptos"/>
              </a:rPr>
              <a:t>Checked against the actual Khozo portal routes and captured authenticated super-admin dashboard screenshots.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3055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057400"/>
            <a:ext cx="56509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Implemented: role-scoped overview dashboard with charts, pilot readiness and follow-up alerts.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06040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532888"/>
            <a:ext cx="56509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Implemented: Cases &amp; FIRs, child/FIR registration, public sightings and match review.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081528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008376"/>
            <a:ext cx="56509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Implemented: stakeholder network, account provisioning, coverage gaps and network alerts.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57016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3483864"/>
            <a:ext cx="56509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Implemented: CCI register, privacy review, audit log, signed MIS report and public abuse queue.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032504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3959352"/>
            <a:ext cx="56509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Implemented: grievances and public-facing receipt/status workflows alongside demo login roles.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507992"/>
            <a:ext cx="91440" cy="91440"/>
          </a:xfrm>
          <a:prstGeom prst="ellipse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9848" y="4434840"/>
            <a:ext cx="5650992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60" b="0">
                <a:solidFill>
                  <a:srgbClr val="1C2530"/>
                </a:solidFill>
                <a:latin typeface="Aptos"/>
              </a:rPr>
              <a:t>Deck gap fixed: added real dashboard screenshots so the proposal shows the product already built.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1444752"/>
            <a:ext cx="397763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95160" y="1444752"/>
            <a:ext cx="73152" cy="114300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1591056"/>
            <a:ext cx="35661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Current deck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947672"/>
            <a:ext cx="3566159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The main proposal deck represents the original Khozo scope well: portal/app, face-match workflow, FIRs, dashboards, access layers and public participation.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2816352"/>
            <a:ext cx="3977639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95160" y="2816352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2962656"/>
            <a:ext cx="35661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What screenshots add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319272"/>
            <a:ext cx="3566159" cy="7315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The appendix now proves the newer built modules: MIS, audit, privacy, abuse, CCI, grievances and network coverage.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5160" y="4370832"/>
            <a:ext cx="3977639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95160" y="4370832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4517136"/>
            <a:ext cx="356615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Screenshot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873752"/>
            <a:ext cx="3566159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Captured from superadmin@khozo.org against the local built portal.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Sources: web/src/dashboard/routes.js and docs/screenshots/*.png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ACTUAL PORTAL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Dashboard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53312"/>
            <a:ext cx="7909560" cy="57673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4173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15400" y="1417320"/>
            <a:ext cx="73152" cy="201168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1563624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0312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566373"/>
                </a:solidFill>
                <a:latin typeface="Aptos"/>
              </a:rPr>
              <a:t>Role-scoped command dashboard with caseload, reunification, pending matches, readiness, follow-ups and charts.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3749039"/>
            <a:ext cx="221284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File: docs/screenshots/overview.png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actual Khozo portal running locally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ACTUAL PORTAL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Cases, FIRs And Match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16</a:t>
            </a:r>
          </a:p>
        </p:txBody>
      </p:sp>
      <p:pic>
        <p:nvPicPr>
          <p:cNvPr id="7" name="Picture 6" descr="cases-f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53312"/>
            <a:ext cx="7909560" cy="57673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4173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15400" y="141732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1563624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0312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566373"/>
                </a:solidFill>
                <a:latin typeface="Aptos"/>
              </a:rPr>
              <a:t>Operational case list paired with missing-child/FIR workflows and reviewable sightings/matches.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3749039"/>
            <a:ext cx="221284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File: docs/screenshots/cases-firs.png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actual Khozo portal running locally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ACTUAL PORTAL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MIS, Audit And Privacy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17</a:t>
            </a:r>
          </a:p>
        </p:txBody>
      </p:sp>
      <p:pic>
        <p:nvPicPr>
          <p:cNvPr id="7" name="Picture 6" descr="mis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53312"/>
            <a:ext cx="7909560" cy="57673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4173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15400" y="1417320"/>
            <a:ext cx="73152" cy="201168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1563624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0312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566373"/>
                </a:solidFill>
                <a:latin typeface="Aptos"/>
              </a:rPr>
              <a:t>Signed MIS report plus audit/privacy surfaces for traceability, retention and government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3749039"/>
            <a:ext cx="221284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File: docs/screenshots/mis-report.png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actual Khozo portal running locally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ACTUAL PORTAL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Stakeholder Network And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18</a:t>
            </a:r>
          </a:p>
        </p:txBody>
      </p:sp>
      <p:pic>
        <p:nvPicPr>
          <p:cNvPr id="7" name="Picture 6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53312"/>
            <a:ext cx="7909560" cy="57673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4173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15400" y="141732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1563624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0312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566373"/>
                </a:solidFill>
                <a:latin typeface="Aptos"/>
              </a:rPr>
              <a:t>Provision stakeholder accounts, send coordination alerts and inspect state/district coverage gaps.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3749039"/>
            <a:ext cx="221284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File: docs/screenshots/network.png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actual Khozo portal running locally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47472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>
                <a:solidFill>
                  <a:srgbClr val="67A426"/>
                </a:solidFill>
                <a:latin typeface="Aptos"/>
              </a:rPr>
              <a:t>ACTUAL PORTAL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841248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"/>
              </a:rPr>
              <a:t>Public Abuse And Grievance Queues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51560" cy="36576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28232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>
                <a:solidFill>
                  <a:srgbClr val="566373"/>
                </a:solidFill>
                <a:latin typeface="Aptos"/>
              </a:rPr>
              <a:t>KHOZO | Proposal for Government of Assam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50" b="0">
                <a:solidFill>
                  <a:srgbClr val="566373"/>
                </a:solidFill>
                <a:latin typeface="Aptos"/>
              </a:rPr>
              <a:t>19</a:t>
            </a:r>
          </a:p>
        </p:txBody>
      </p:sp>
      <p:pic>
        <p:nvPicPr>
          <p:cNvPr id="7" name="Picture 6" descr="public-ab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53312"/>
            <a:ext cx="7909560" cy="57673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15400" y="1417320"/>
            <a:ext cx="25146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15400" y="1417320"/>
            <a:ext cx="73152" cy="2011680"/>
          </a:xfrm>
          <a:prstGeom prst="rect">
            <a:avLst/>
          </a:prstGeom>
          <a:solidFill>
            <a:srgbClr val="67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1563624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"/>
              </a:rPr>
              <a:t>What this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920240"/>
            <a:ext cx="2103120" cy="1417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19" b="0">
                <a:solidFill>
                  <a:srgbClr val="566373"/>
                </a:solidFill>
                <a:latin typeface="Aptos"/>
              </a:rPr>
              <a:t>Command review queues for public intake abuse signals, OTP/rate-limit events and safe follow-up.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3749039"/>
            <a:ext cx="2212848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>
                <a:solidFill>
                  <a:srgbClr val="566373"/>
                </a:solidFill>
                <a:latin typeface="Aptos"/>
              </a:rPr>
              <a:t>File: docs/screenshots/public-abuse.png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6144768"/>
            <a:ext cx="379476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720" b="0">
                <a:solidFill>
                  <a:srgbClr val="566373"/>
                </a:solidFill>
                <a:latin typeface="Aptos"/>
              </a:rPr>
              <a:t>Captured from actual Khozo portal running locally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1C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713232"/>
            <a:ext cx="10972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KHOZO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594360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Let every safe sighting become an accountable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063240"/>
            <a:ext cx="548640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0">
                <a:solidFill>
                  <a:srgbClr val="EAF4DD"/>
                </a:solidFill>
                <a:latin typeface="Aptos"/>
              </a:rPr>
              <a:t>Proposal to partner with Government of Assam, Assam Police and WCD/SCPS for a sovereign, India-hosted missing-child response 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26517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731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306824"/>
            <a:ext cx="224027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63440"/>
            <a:ext cx="2240279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Approve pilot and nominate state nodal owners.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4160520"/>
            <a:ext cx="265176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94760" y="4160520"/>
            <a:ext cx="731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60" y="4306824"/>
            <a:ext cx="224027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"/>
              </a:rPr>
              <a:t>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663440"/>
            <a:ext cx="2240279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0">
                <a:solidFill>
                  <a:srgbClr val="566373"/>
                </a:solidFill>
                <a:latin typeface="Aptos"/>
              </a:rPr>
              <a:t>Khozo portal with Aarakshak sovereign facial recognition.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2461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Your 1 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505456"/>
            <a:ext cx="3246120" cy="7132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400" b="1">
                <a:solidFill>
                  <a:srgbClr val="EAF4DD"/>
                </a:solidFill>
                <a:latin typeface="Aptos"/>
              </a:rPr>
              <a:t>A missing child can return 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5230368"/>
            <a:ext cx="36118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50" b="0">
                <a:solidFill>
                  <a:srgbClr val="566373"/>
                </a:solidFill>
                <a:latin typeface="Aptos"/>
              </a:rPr>
              <a:t>An initiative by Aegis School of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1956</Words>
  <Application>Microsoft Office PowerPoint</Application>
  <PresentationFormat>Widescreen</PresentationFormat>
  <Paragraphs>256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2026-07-03T07:36:20Z</dcterms:modified>
  <cp:category/>
</cp:coreProperties>
</file>